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6" r:id="rId1"/>
  </p:sldMasterIdLst>
  <p:notesMasterIdLst>
    <p:notesMasterId r:id="rId13"/>
  </p:notes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7" r:id="rId9"/>
    <p:sldId id="266" r:id="rId10"/>
    <p:sldId id="265" r:id="rId11"/>
    <p:sldId id="26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E81960-7C8F-4334-9B21-9582FD4E6911}" type="datetimeFigureOut">
              <a:rPr lang="en-IN" smtClean="0"/>
              <a:t>08-02-2023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25B84A-C186-42EC-9AEA-397FBFB19B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6470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638E6-ED48-485A-AC48-803DE0330BE1}" type="datetimeFigureOut">
              <a:rPr lang="en-IN" smtClean="0"/>
              <a:t>08-02-2023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82606-CD8D-4E80-AB5B-962006CB25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7441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638E6-ED48-485A-AC48-803DE0330BE1}" type="datetimeFigureOut">
              <a:rPr lang="en-IN" smtClean="0"/>
              <a:t>08-02-2023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82606-CD8D-4E80-AB5B-962006CB25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6270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638E6-ED48-485A-AC48-803DE0330BE1}" type="datetimeFigureOut">
              <a:rPr lang="en-IN" smtClean="0"/>
              <a:t>08-02-2023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82606-CD8D-4E80-AB5B-962006CB25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61779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638E6-ED48-485A-AC48-803DE0330BE1}" type="datetimeFigureOut">
              <a:rPr lang="en-IN" smtClean="0"/>
              <a:t>08-02-2023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82606-CD8D-4E80-AB5B-962006CB25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2915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638E6-ED48-485A-AC48-803DE0330BE1}" type="datetimeFigureOut">
              <a:rPr lang="en-IN" smtClean="0"/>
              <a:t>08-02-2023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82606-CD8D-4E80-AB5B-962006CB25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2023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638E6-ED48-485A-AC48-803DE0330BE1}" type="datetimeFigureOut">
              <a:rPr lang="en-IN" smtClean="0"/>
              <a:t>08-02-2023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82606-CD8D-4E80-AB5B-962006CB25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8400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638E6-ED48-485A-AC48-803DE0330BE1}" type="datetimeFigureOut">
              <a:rPr lang="en-IN" smtClean="0"/>
              <a:t>08-02-2023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82606-CD8D-4E80-AB5B-962006CB25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3002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638E6-ED48-485A-AC48-803DE0330BE1}" type="datetimeFigureOut">
              <a:rPr lang="en-IN" smtClean="0"/>
              <a:t>08-02-2023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82606-CD8D-4E80-AB5B-962006CB25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1068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638E6-ED48-485A-AC48-803DE0330BE1}" type="datetimeFigureOut">
              <a:rPr lang="en-IN" smtClean="0"/>
              <a:t>08-02-2023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82606-CD8D-4E80-AB5B-962006CB25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378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638E6-ED48-485A-AC48-803DE0330BE1}" type="datetimeFigureOut">
              <a:rPr lang="en-IN" smtClean="0"/>
              <a:t>08-02-2023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82606-CD8D-4E80-AB5B-962006CB25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0199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638E6-ED48-485A-AC48-803DE0330BE1}" type="datetimeFigureOut">
              <a:rPr lang="en-IN" smtClean="0"/>
              <a:t>08-02-2023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82606-CD8D-4E80-AB5B-962006CB25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50036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638E6-ED48-485A-AC48-803DE0330BE1}" type="datetimeFigureOut">
              <a:rPr lang="en-IN" smtClean="0"/>
              <a:t>08-02-2023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82606-CD8D-4E80-AB5B-962006CB252F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230386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638E6-ED48-485A-AC48-803DE0330BE1}" type="datetimeFigureOut">
              <a:rPr lang="en-IN" smtClean="0"/>
              <a:t>08-02-2023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82606-CD8D-4E80-AB5B-962006CB25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98548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638E6-ED48-485A-AC48-803DE0330BE1}" type="datetimeFigureOut">
              <a:rPr lang="en-IN" smtClean="0"/>
              <a:t>08-02-2023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82606-CD8D-4E80-AB5B-962006CB25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83637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638E6-ED48-485A-AC48-803DE0330BE1}" type="datetimeFigureOut">
              <a:rPr lang="en-IN" smtClean="0"/>
              <a:t>08-02-2023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82606-CD8D-4E80-AB5B-962006CB25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28404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638E6-ED48-485A-AC48-803DE0330BE1}" type="datetimeFigureOut">
              <a:rPr lang="en-IN" smtClean="0"/>
              <a:t>08-02-2023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82606-CD8D-4E80-AB5B-962006CB25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77671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638E6-ED48-485A-AC48-803DE0330BE1}" type="datetimeFigureOut">
              <a:rPr lang="en-IN" smtClean="0"/>
              <a:t>08-02-2023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82606-CD8D-4E80-AB5B-962006CB25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4655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B47638E6-ED48-485A-AC48-803DE0330BE1}" type="datetimeFigureOut">
              <a:rPr lang="en-IN" smtClean="0"/>
              <a:t>08-02-2023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3E482606-CD8D-4E80-AB5B-962006CB25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001247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27" r:id="rId1"/>
    <p:sldLayoutId id="2147483828" r:id="rId2"/>
    <p:sldLayoutId id="2147483829" r:id="rId3"/>
    <p:sldLayoutId id="2147483830" r:id="rId4"/>
    <p:sldLayoutId id="2147483831" r:id="rId5"/>
    <p:sldLayoutId id="2147483832" r:id="rId6"/>
    <p:sldLayoutId id="2147483833" r:id="rId7"/>
    <p:sldLayoutId id="2147483834" r:id="rId8"/>
    <p:sldLayoutId id="2147483835" r:id="rId9"/>
    <p:sldLayoutId id="2147483836" r:id="rId10"/>
    <p:sldLayoutId id="2147483837" r:id="rId11"/>
    <p:sldLayoutId id="2147483838" r:id="rId12"/>
    <p:sldLayoutId id="2147483839" r:id="rId13"/>
    <p:sldLayoutId id="2147483840" r:id="rId14"/>
    <p:sldLayoutId id="2147483841" r:id="rId15"/>
    <p:sldLayoutId id="2147483842" r:id="rId16"/>
    <p:sldLayoutId id="2147483843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A092444-67B9-B666-A1B4-260C4B4D6B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1147755"/>
            <a:ext cx="12408062" cy="9454450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9CC293D-0BA9-38FB-B026-5E152FDF196F}"/>
              </a:ext>
            </a:extLst>
          </p:cNvPr>
          <p:cNvSpPr txBox="1"/>
          <p:nvPr/>
        </p:nvSpPr>
        <p:spPr>
          <a:xfrm>
            <a:off x="193647" y="886724"/>
            <a:ext cx="728662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BLACK </a:t>
            </a:r>
            <a:r>
              <a:rPr lang="en-US" sz="1800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 </a:t>
            </a:r>
            <a:r>
              <a:rPr lang="en-US" sz="6000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HOLE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8859E3-F96D-BF9C-7405-703D71A143A3}"/>
              </a:ext>
            </a:extLst>
          </p:cNvPr>
          <p:cNvSpPr txBox="1"/>
          <p:nvPr/>
        </p:nvSpPr>
        <p:spPr>
          <a:xfrm>
            <a:off x="7126533" y="3960015"/>
            <a:ext cx="591312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PRESENTED BY-</a:t>
            </a:r>
          </a:p>
          <a:p>
            <a:r>
              <a:rPr lang="en-US" sz="3200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DEVANSHI KARMA</a:t>
            </a:r>
          </a:p>
          <a:p>
            <a:r>
              <a:rPr lang="en-US" sz="3200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B.TECH (CSE)</a:t>
            </a:r>
          </a:p>
          <a:p>
            <a:r>
              <a:rPr lang="en-US" sz="3200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SECTION-D</a:t>
            </a:r>
          </a:p>
          <a:p>
            <a:r>
              <a:rPr lang="en-US" sz="3200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ROLL NO.16</a:t>
            </a:r>
            <a:endParaRPr lang="en-IN" sz="3200" dirty="0">
              <a:solidFill>
                <a:schemeClr val="accent4">
                  <a:lumMod val="60000"/>
                  <a:lumOff val="40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BC6EC8-9BEA-1052-A01B-C0006D0DFBE1}"/>
              </a:ext>
            </a:extLst>
          </p:cNvPr>
          <p:cNvSpPr txBox="1"/>
          <p:nvPr/>
        </p:nvSpPr>
        <p:spPr>
          <a:xfrm>
            <a:off x="193647" y="4894058"/>
            <a:ext cx="536058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GUIDED BY-</a:t>
            </a:r>
          </a:p>
          <a:p>
            <a:r>
              <a:rPr lang="en-US" sz="3200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DR. ANJANA SEKHAR</a:t>
            </a:r>
            <a:endParaRPr lang="en-IN" sz="3200" dirty="0">
              <a:solidFill>
                <a:schemeClr val="accent4">
                  <a:lumMod val="60000"/>
                  <a:lumOff val="40000"/>
                </a:schemeClr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88911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DAF6377-526D-920C-11F2-1CE0DAABFAF3}"/>
              </a:ext>
            </a:extLst>
          </p:cNvPr>
          <p:cNvSpPr txBox="1"/>
          <p:nvPr/>
        </p:nvSpPr>
        <p:spPr>
          <a:xfrm>
            <a:off x="1600199" y="213360"/>
            <a:ext cx="50245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latin typeface="AngsanaUPC" panose="02020603050405020304" pitchFamily="18" charset="-34"/>
                <a:cs typeface="AngsanaUPC" panose="02020603050405020304" pitchFamily="18" charset="-34"/>
              </a:rPr>
              <a:t>INDEX</a:t>
            </a:r>
            <a:endParaRPr lang="en-IN" sz="7200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3E723E-F5CB-4681-6769-DF05C6F5D55B}"/>
              </a:ext>
            </a:extLst>
          </p:cNvPr>
          <p:cNvSpPr txBox="1"/>
          <p:nvPr/>
        </p:nvSpPr>
        <p:spPr>
          <a:xfrm>
            <a:off x="1447800" y="2133600"/>
            <a:ext cx="104775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1.INTODUCTION TO BLACK HOLE</a:t>
            </a:r>
          </a:p>
          <a:p>
            <a:r>
              <a:rPr lang="en-IN" sz="3200" dirty="0"/>
              <a:t>2.WHAT ARE BLACK HOLE ?</a:t>
            </a:r>
          </a:p>
          <a:p>
            <a:r>
              <a:rPr lang="en-IN" sz="3200" dirty="0"/>
              <a:t>3.HOW ARE BLACK HOLE CREATED?</a:t>
            </a:r>
          </a:p>
          <a:p>
            <a:r>
              <a:rPr lang="en-IN" sz="3200" dirty="0"/>
              <a:t>4.TYPES OF BLACK HOLE</a:t>
            </a:r>
          </a:p>
          <a:p>
            <a:r>
              <a:rPr lang="en-IN" sz="3200" dirty="0"/>
              <a:t>5.PARTS OF BLACK HOLE</a:t>
            </a:r>
          </a:p>
          <a:p>
            <a:r>
              <a:rPr lang="en-IN" sz="3200" dirty="0"/>
              <a:t>6.SPAGUETTIIFICATION  </a:t>
            </a:r>
          </a:p>
          <a:p>
            <a:r>
              <a:rPr lang="en-IN" sz="3200" dirty="0"/>
              <a:t>7.FALLING INTO BLACK HOLE</a:t>
            </a:r>
          </a:p>
        </p:txBody>
      </p:sp>
    </p:spTree>
    <p:extLst>
      <p:ext uri="{BB962C8B-B14F-4D97-AF65-F5344CB8AC3E}">
        <p14:creationId xmlns:p14="http://schemas.microsoft.com/office/powerpoint/2010/main" val="7815202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8DFD3D-06BF-2962-994C-C479EAAC39AB}"/>
              </a:ext>
            </a:extLst>
          </p:cNvPr>
          <p:cNvSpPr txBox="1"/>
          <p:nvPr/>
        </p:nvSpPr>
        <p:spPr>
          <a:xfrm flipH="1">
            <a:off x="2111030" y="795928"/>
            <a:ext cx="7757160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Agency FB" panose="020B0503020202020204" pitchFamily="34" charset="0"/>
                <a:ea typeface="Ebrima" panose="02000000000000000000" pitchFamily="2" charset="0"/>
                <a:cs typeface="Arial" panose="020B0604020202020204" pitchFamily="34" charset="0"/>
              </a:rPr>
              <a:t>                             </a:t>
            </a:r>
            <a:r>
              <a:rPr lang="en-US" sz="3200" dirty="0">
                <a:latin typeface="Arial" panose="020B0604020202020204" pitchFamily="34" charset="0"/>
                <a:ea typeface="Ebrima" panose="02000000000000000000" pitchFamily="2" charset="0"/>
                <a:cs typeface="Arial" panose="020B0604020202020204" pitchFamily="34" charset="0"/>
              </a:rPr>
              <a:t>1</a:t>
            </a:r>
            <a:r>
              <a:rPr lang="en-US" sz="3200" dirty="0">
                <a:ea typeface="Ebrima" panose="02000000000000000000" pitchFamily="2" charset="0"/>
                <a:cs typeface="Arial" panose="020B0604020202020204" pitchFamily="34" charset="0"/>
              </a:rPr>
              <a:t>.</a:t>
            </a:r>
            <a:r>
              <a:rPr lang="en-US" sz="3200" dirty="0">
                <a:latin typeface="Agency FB" panose="020B0503020202020204" pitchFamily="34" charset="0"/>
                <a:ea typeface="Ebrima" panose="02000000000000000000" pitchFamily="2" charset="0"/>
                <a:cs typeface="Arial" panose="020B0604020202020204" pitchFamily="34" charset="0"/>
              </a:rPr>
              <a:t>INTRODUCTION </a:t>
            </a:r>
          </a:p>
          <a:p>
            <a:r>
              <a:rPr lang="en-US" sz="3200" dirty="0">
                <a:latin typeface="Agency FB" panose="020B0503020202020204" pitchFamily="34" charset="0"/>
                <a:ea typeface="Ebrima" panose="02000000000000000000" pitchFamily="2" charset="0"/>
                <a:cs typeface="Arial" panose="020B0604020202020204" pitchFamily="34" charset="0"/>
              </a:rPr>
              <a:t>    </a:t>
            </a:r>
          </a:p>
          <a:p>
            <a:r>
              <a:rPr lang="en-US" sz="2800" dirty="0">
                <a:latin typeface="Agency FB" panose="020B0503020202020204" pitchFamily="34" charset="0"/>
                <a:ea typeface="Ebrima" panose="02000000000000000000" pitchFamily="2" charset="0"/>
                <a:cs typeface="Arial" panose="020B0604020202020204" pitchFamily="34" charset="0"/>
              </a:rPr>
              <a:t>The first time the idea of a black hole was suggested was in the late 1970’s by John </a:t>
            </a:r>
            <a:r>
              <a:rPr lang="en-US" sz="2800" dirty="0" err="1">
                <a:latin typeface="Agency FB" panose="020B0503020202020204" pitchFamily="34" charset="0"/>
                <a:ea typeface="Ebrima" panose="02000000000000000000" pitchFamily="2" charset="0"/>
                <a:cs typeface="Arial" panose="020B0604020202020204" pitchFamily="34" charset="0"/>
              </a:rPr>
              <a:t>michell</a:t>
            </a:r>
            <a:r>
              <a:rPr lang="en-US" sz="2800" dirty="0">
                <a:latin typeface="Agency FB" panose="020B0503020202020204" pitchFamily="34" charset="0"/>
                <a:ea typeface="Ebrima" panose="02000000000000000000" pitchFamily="2" charset="0"/>
                <a:cs typeface="Arial" panose="020B0604020202020204" pitchFamily="34" charset="0"/>
              </a:rPr>
              <a:t> of England and </a:t>
            </a:r>
            <a:r>
              <a:rPr lang="en-US" sz="2800" dirty="0" err="1">
                <a:latin typeface="Agency FB" panose="020B0503020202020204" pitchFamily="34" charset="0"/>
                <a:ea typeface="Ebrima" panose="02000000000000000000" pitchFamily="2" charset="0"/>
                <a:cs typeface="Arial" panose="020B0604020202020204" pitchFamily="34" charset="0"/>
              </a:rPr>
              <a:t>pierre-simon</a:t>
            </a:r>
            <a:r>
              <a:rPr lang="en-US" sz="2800" dirty="0">
                <a:latin typeface="Agency FB" panose="020B0503020202020204" pitchFamily="34" charset="0"/>
                <a:ea typeface="Ebrima" panose="02000000000000000000" pitchFamily="2" charset="0"/>
                <a:cs typeface="Arial" panose="020B0604020202020204" pitchFamily="34" charset="0"/>
              </a:rPr>
              <a:t>  </a:t>
            </a:r>
            <a:r>
              <a:rPr lang="en-US" sz="2800" dirty="0" err="1">
                <a:latin typeface="Agency FB" panose="020B0503020202020204" pitchFamily="34" charset="0"/>
                <a:ea typeface="Ebrima" panose="02000000000000000000" pitchFamily="2" charset="0"/>
                <a:cs typeface="Arial" panose="020B0604020202020204" pitchFamily="34" charset="0"/>
              </a:rPr>
              <a:t>laplace</a:t>
            </a:r>
            <a:r>
              <a:rPr lang="en-US" sz="2800" dirty="0">
                <a:latin typeface="Agency FB" panose="020B0503020202020204" pitchFamily="34" charset="0"/>
                <a:ea typeface="Ebrima" panose="02000000000000000000" pitchFamily="2" charset="0"/>
                <a:cs typeface="Arial" panose="020B0604020202020204" pitchFamily="34" charset="0"/>
              </a:rPr>
              <a:t> of France . They both proposed the idea of the existence of an “Invisible star “ by applying the first Newton law . They calculated its mass and size , which is now called the ” event horizon” that an object would needed in order to be faster than even the speed of light . Later ,in 1915, Einstein predicted the existence of black hole with his general relativity theory .After that , in 1967,John Wheeler , an American theoretical physicist , applied the term of black hole to what it means now</a:t>
            </a:r>
            <a:r>
              <a:rPr lang="en-US" sz="3200" dirty="0">
                <a:latin typeface="Agency FB" panose="020B0503020202020204" pitchFamily="34" charset="0"/>
                <a:ea typeface="Ebrima" panose="02000000000000000000" pitchFamily="2" charset="0"/>
                <a:cs typeface="Arial" panose="020B0604020202020204" pitchFamily="34" charset="0"/>
              </a:rPr>
              <a:t>.</a:t>
            </a:r>
            <a:endParaRPr lang="en-IN" sz="3200" dirty="0">
              <a:latin typeface="Agency FB" panose="020B0503020202020204" pitchFamily="34" charset="0"/>
              <a:ea typeface="Ebrima" panose="020000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89959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1E4C6DF-A4F2-6A7E-4D09-F9E2546DB8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3621" y="0"/>
            <a:ext cx="12593255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90AD004-5200-1DD7-5876-B3E3D7AE111C}"/>
              </a:ext>
            </a:extLst>
          </p:cNvPr>
          <p:cNvSpPr txBox="1"/>
          <p:nvPr/>
        </p:nvSpPr>
        <p:spPr>
          <a:xfrm>
            <a:off x="731520" y="1760220"/>
            <a:ext cx="6096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0" i="0" dirty="0">
                <a:solidFill>
                  <a:srgbClr val="00B0F0"/>
                </a:solidFill>
                <a:effectLst/>
              </a:rPr>
              <a:t>A black hole is </a:t>
            </a:r>
            <a:r>
              <a:rPr lang="en-US" sz="3200" b="1" i="0" dirty="0">
                <a:solidFill>
                  <a:srgbClr val="00B0F0"/>
                </a:solidFill>
                <a:effectLst/>
              </a:rPr>
              <a:t>a place in space where gravity pulls so much that even light can not get out</a:t>
            </a:r>
            <a:r>
              <a:rPr lang="en-US" sz="3200" b="0" i="0" dirty="0">
                <a:solidFill>
                  <a:srgbClr val="00B0F0"/>
                </a:solidFill>
                <a:effectLst/>
              </a:rPr>
              <a:t>. The gravity is so strong because matter has been squeezed into a tiny space. This can happen when a star is dying. Because no light can get out, people can't see black holes. They are invisible.</a:t>
            </a:r>
            <a:endParaRPr lang="en-IN" sz="3200" dirty="0">
              <a:solidFill>
                <a:srgbClr val="00B0F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B1C154-EC06-D172-F744-A9A84D07E645}"/>
              </a:ext>
            </a:extLst>
          </p:cNvPr>
          <p:cNvSpPr txBox="1"/>
          <p:nvPr/>
        </p:nvSpPr>
        <p:spPr>
          <a:xfrm flipH="1">
            <a:off x="3063239" y="167640"/>
            <a:ext cx="56235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 2.WHAT ARE BLACK HOLE ?</a:t>
            </a:r>
            <a:endParaRPr lang="en-IN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35712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>
            <a:extLst>
              <a:ext uri="{FF2B5EF4-FFF2-40B4-BE49-F238E27FC236}">
                <a16:creationId xmlns:a16="http://schemas.microsoft.com/office/drawing/2014/main" id="{0D7076A4-D328-477E-D40D-2AED36FF9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929640" y="-523409"/>
            <a:ext cx="414528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1DD757-1DE6-1666-3B14-431D1E4277A6}"/>
              </a:ext>
            </a:extLst>
          </p:cNvPr>
          <p:cNvSpPr txBox="1"/>
          <p:nvPr/>
        </p:nvSpPr>
        <p:spPr>
          <a:xfrm>
            <a:off x="563879" y="1568384"/>
            <a:ext cx="5974081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800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 Common type of black hole is created by the dying stars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 most of the stars life is balanced by gravity and pulling pressure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When the nuclear fuel is ended the star shrinks and hence black hole is created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White  dwarf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Supernova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Zero volume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singularity</a:t>
            </a:r>
            <a:endParaRPr lang="en-IN" sz="2800" i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631522E-1A51-0E48-4679-4959C5BD8E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5161" y="1885170"/>
            <a:ext cx="4632960" cy="39179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CCBEFCE-39AE-65A3-0ABC-4A04ED122A91}"/>
              </a:ext>
            </a:extLst>
          </p:cNvPr>
          <p:cNvSpPr txBox="1"/>
          <p:nvPr/>
        </p:nvSpPr>
        <p:spPr>
          <a:xfrm>
            <a:off x="3108960" y="260246"/>
            <a:ext cx="57225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3.How Black Hole is Created</a:t>
            </a:r>
            <a:endParaRPr lang="en-IN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91825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52CD51-A7C9-C31D-1185-4B428B15A2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7640" y="0"/>
            <a:ext cx="126034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4612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E88FC46-FB8D-B017-15AD-2ECD444C5F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3379" y="883920"/>
            <a:ext cx="3106789" cy="45800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7951870-7CBF-1B1B-31BA-B61A5E99E10A}"/>
              </a:ext>
            </a:extLst>
          </p:cNvPr>
          <p:cNvSpPr txBox="1"/>
          <p:nvPr/>
        </p:nvSpPr>
        <p:spPr>
          <a:xfrm>
            <a:off x="640080" y="289679"/>
            <a:ext cx="5090160" cy="627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br>
              <a:rPr lang="en-US" b="0" i="0" dirty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</a:br>
            <a:r>
              <a:rPr lang="en-US" sz="3200" b="0" i="0" dirty="0">
                <a:solidFill>
                  <a:srgbClr val="FFC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PARTS OF A </a:t>
            </a:r>
          </a:p>
          <a:p>
            <a:pPr algn="ctr"/>
            <a:r>
              <a:rPr lang="en-US" sz="3200" b="0" i="0" dirty="0">
                <a:solidFill>
                  <a:srgbClr val="FFC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BLACK HOLE</a:t>
            </a:r>
          </a:p>
          <a:p>
            <a:pPr algn="l"/>
            <a:r>
              <a:rPr lang="en-US" sz="3200" b="0" i="0" dirty="0">
                <a:solidFill>
                  <a:srgbClr val="A3A2A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black hole has 6 parts. It has an axis of rotation that makes it spin. The static limit is on the outside.</a:t>
            </a:r>
          </a:p>
          <a:p>
            <a:pPr algn="l"/>
            <a:r>
              <a:rPr lang="en-US" sz="3200" b="0" i="0" dirty="0">
                <a:solidFill>
                  <a:srgbClr val="A3A2A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The </a:t>
            </a:r>
            <a:r>
              <a:rPr lang="en-US" sz="3200" b="0" i="0" dirty="0" err="1">
                <a:solidFill>
                  <a:srgbClr val="A3A2A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ergosphere</a:t>
            </a:r>
            <a:r>
              <a:rPr lang="en-US" sz="3200" b="0" i="0" dirty="0">
                <a:solidFill>
                  <a:srgbClr val="A3A2A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is after the static limit. Next comes the  outer and inner horizons, and last is the singularity, which is in the center.</a:t>
            </a:r>
          </a:p>
        </p:txBody>
      </p:sp>
    </p:spTree>
    <p:extLst>
      <p:ext uri="{BB962C8B-B14F-4D97-AF65-F5344CB8AC3E}">
        <p14:creationId xmlns:p14="http://schemas.microsoft.com/office/powerpoint/2010/main" val="4603738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797B24-27F1-627A-043A-2E825DC756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1495" y="0"/>
            <a:ext cx="126164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458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D65AE9-37D9-5935-6532-AE056695ED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4328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4CCF8A-3BA1-DEEC-F0D9-D69733BA04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3150"/>
            <a:ext cx="12408061" cy="7095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0626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DDFFC36-C3D4-EB0E-C540-AA7C4E93F1B4}"/>
              </a:ext>
            </a:extLst>
          </p:cNvPr>
          <p:cNvSpPr txBox="1"/>
          <p:nvPr/>
        </p:nvSpPr>
        <p:spPr>
          <a:xfrm>
            <a:off x="3067291" y="2419107"/>
            <a:ext cx="729205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i="1" dirty="0">
                <a:latin typeface="Arial Black" panose="020B0A04020102020204" pitchFamily="34" charset="0"/>
              </a:rPr>
              <a:t>THANK YOU</a:t>
            </a:r>
            <a:endParaRPr lang="en-IN" sz="6600" i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5299307"/>
      </p:ext>
    </p:extLst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TM04033923[[fn=Depth]]</Template>
  <TotalTime>265</TotalTime>
  <Words>384</Words>
  <Application>Microsoft Office PowerPoint</Application>
  <PresentationFormat>Widescreen</PresentationFormat>
  <Paragraphs>35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Agency FB</vt:lpstr>
      <vt:lpstr>AngsanaUPC</vt:lpstr>
      <vt:lpstr>arial</vt:lpstr>
      <vt:lpstr>arial</vt:lpstr>
      <vt:lpstr>Arial Black</vt:lpstr>
      <vt:lpstr>Calibri</vt:lpstr>
      <vt:lpstr>Corbel</vt:lpstr>
      <vt:lpstr>Depth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devanshi karma</dc:creator>
  <cp:lastModifiedBy>devanshi karma</cp:lastModifiedBy>
  <cp:revision>2</cp:revision>
  <dcterms:created xsi:type="dcterms:W3CDTF">2023-01-20T13:25:10Z</dcterms:created>
  <dcterms:modified xsi:type="dcterms:W3CDTF">2023-02-08T14:27:54Z</dcterms:modified>
</cp:coreProperties>
</file>